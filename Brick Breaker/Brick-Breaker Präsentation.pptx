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66" r:id="rId4"/>
    <p:sldId id="259" r:id="rId5"/>
    <p:sldId id="272" r:id="rId6"/>
    <p:sldId id="273" r:id="rId7"/>
    <p:sldId id="265" r:id="rId8"/>
    <p:sldId id="268" r:id="rId9"/>
    <p:sldId id="267" r:id="rId10"/>
    <p:sldId id="264" r:id="rId11"/>
    <p:sldId id="271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5627D8-6811-473B-924D-3E5A14B092FA}" v="147" dt="2024-01-29T14:42:49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00" autoAdjust="0"/>
    <p:restoredTop sz="96357" autoAdjust="0"/>
  </p:normalViewPr>
  <p:slideViewPr>
    <p:cSldViewPr snapToGrid="0">
      <p:cViewPr varScale="1">
        <p:scale>
          <a:sx n="114" d="100"/>
          <a:sy n="114" d="100"/>
        </p:scale>
        <p:origin x="6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F969D-D47C-43B6-9561-71E4A65B3DF3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9DA09A2A-C49E-4ACC-B3AC-AAAB7254296A}">
      <dgm:prSet phldrT="[Text]"/>
      <dgm:spPr/>
      <dgm:t>
        <a:bodyPr/>
        <a:lstStyle/>
        <a:p>
          <a:r>
            <a:rPr lang="de-DE" dirty="0"/>
            <a:t>sollte Leicht sein</a:t>
          </a:r>
        </a:p>
      </dgm:t>
    </dgm:pt>
    <dgm:pt modelId="{A523A474-5CEC-4179-A149-4AC0FC44B084}" type="parTrans" cxnId="{93B3D606-4CC6-4168-8125-4356AC3849B6}">
      <dgm:prSet/>
      <dgm:spPr/>
      <dgm:t>
        <a:bodyPr/>
        <a:lstStyle/>
        <a:p>
          <a:endParaRPr lang="de-DE"/>
        </a:p>
      </dgm:t>
    </dgm:pt>
    <dgm:pt modelId="{F9CDE97D-EA7C-4E08-84E4-902EFAFAFADE}" type="sibTrans" cxnId="{93B3D606-4CC6-4168-8125-4356AC3849B6}">
      <dgm:prSet/>
      <dgm:spPr/>
      <dgm:t>
        <a:bodyPr/>
        <a:lstStyle/>
        <a:p>
          <a:endParaRPr lang="de-DE"/>
        </a:p>
      </dgm:t>
    </dgm:pt>
    <dgm:pt modelId="{BAFCDE0C-DFD3-43C9-83C0-08FBD96BB302}">
      <dgm:prSet phldrT="[Text]"/>
      <dgm:spPr/>
      <dgm:t>
        <a:bodyPr/>
        <a:lstStyle/>
        <a:p>
          <a:r>
            <a:rPr lang="de-DE" dirty="0"/>
            <a:t>Einfaches Spielprinzip </a:t>
          </a:r>
        </a:p>
      </dgm:t>
    </dgm:pt>
    <dgm:pt modelId="{8CD13916-EA84-43B0-9D15-D763360F7C4C}" type="parTrans" cxnId="{DBA267F7-0E41-4D4B-88DD-EFD94C41D17C}">
      <dgm:prSet/>
      <dgm:spPr/>
      <dgm:t>
        <a:bodyPr/>
        <a:lstStyle/>
        <a:p>
          <a:endParaRPr lang="de-DE"/>
        </a:p>
      </dgm:t>
    </dgm:pt>
    <dgm:pt modelId="{EB825D87-9553-4BFB-8145-A4A2405F2C2E}" type="sibTrans" cxnId="{DBA267F7-0E41-4D4B-88DD-EFD94C41D17C}">
      <dgm:prSet/>
      <dgm:spPr/>
      <dgm:t>
        <a:bodyPr/>
        <a:lstStyle/>
        <a:p>
          <a:endParaRPr lang="de-DE"/>
        </a:p>
      </dgm:t>
    </dgm:pt>
    <dgm:pt modelId="{245D903A-86DB-4C18-A7E5-BCB85E30C5AA}">
      <dgm:prSet phldrT="[Text]"/>
      <dgm:spPr/>
      <dgm:t>
        <a:bodyPr/>
        <a:lstStyle/>
        <a:p>
          <a:r>
            <a:rPr lang="de-DE" dirty="0"/>
            <a:t>Einfacher</a:t>
          </a:r>
          <a:r>
            <a:rPr lang="de-DE" baseline="0" dirty="0"/>
            <a:t> Code</a:t>
          </a:r>
          <a:endParaRPr lang="de-DE" dirty="0"/>
        </a:p>
      </dgm:t>
    </dgm:pt>
    <dgm:pt modelId="{F4DE183B-BFD6-4AD4-A8F1-BD7ECD708FAE}" type="parTrans" cxnId="{E4BAF84F-09DB-4189-B531-A990795F5DF0}">
      <dgm:prSet/>
      <dgm:spPr/>
      <dgm:t>
        <a:bodyPr/>
        <a:lstStyle/>
        <a:p>
          <a:endParaRPr lang="de-DE"/>
        </a:p>
      </dgm:t>
    </dgm:pt>
    <dgm:pt modelId="{806A4B24-3592-4707-8BE7-106F453F3147}" type="sibTrans" cxnId="{E4BAF84F-09DB-4189-B531-A990795F5DF0}">
      <dgm:prSet/>
      <dgm:spPr/>
      <dgm:t>
        <a:bodyPr/>
        <a:lstStyle/>
        <a:p>
          <a:endParaRPr lang="de-DE"/>
        </a:p>
      </dgm:t>
    </dgm:pt>
    <dgm:pt modelId="{C4AEE8D2-1847-4A64-806F-2A53E827CC04}" type="pres">
      <dgm:prSet presAssocID="{416F969D-D47C-43B6-9561-71E4A65B3DF3}" presName="outerComposite" presStyleCnt="0">
        <dgm:presLayoutVars>
          <dgm:chMax val="5"/>
          <dgm:dir/>
          <dgm:resizeHandles val="exact"/>
        </dgm:presLayoutVars>
      </dgm:prSet>
      <dgm:spPr/>
    </dgm:pt>
    <dgm:pt modelId="{B714C9EF-C3C5-4DF7-BC86-DCE87E95434A}" type="pres">
      <dgm:prSet presAssocID="{416F969D-D47C-43B6-9561-71E4A65B3DF3}" presName="dummyMaxCanvas" presStyleCnt="0">
        <dgm:presLayoutVars/>
      </dgm:prSet>
      <dgm:spPr/>
    </dgm:pt>
    <dgm:pt modelId="{16EB8432-6299-4F3A-8733-6EF39E14F31E}" type="pres">
      <dgm:prSet presAssocID="{416F969D-D47C-43B6-9561-71E4A65B3DF3}" presName="ThreeNodes_1" presStyleLbl="node1" presStyleIdx="0" presStyleCnt="3">
        <dgm:presLayoutVars>
          <dgm:bulletEnabled val="1"/>
        </dgm:presLayoutVars>
      </dgm:prSet>
      <dgm:spPr/>
    </dgm:pt>
    <dgm:pt modelId="{82CB003C-51F6-4C46-9827-B9A4933BDEE9}" type="pres">
      <dgm:prSet presAssocID="{416F969D-D47C-43B6-9561-71E4A65B3DF3}" presName="ThreeNodes_2" presStyleLbl="node1" presStyleIdx="1" presStyleCnt="3">
        <dgm:presLayoutVars>
          <dgm:bulletEnabled val="1"/>
        </dgm:presLayoutVars>
      </dgm:prSet>
      <dgm:spPr/>
    </dgm:pt>
    <dgm:pt modelId="{ACA2BEEB-1F15-4421-BF05-8B718641F2D4}" type="pres">
      <dgm:prSet presAssocID="{416F969D-D47C-43B6-9561-71E4A65B3DF3}" presName="ThreeNodes_3" presStyleLbl="node1" presStyleIdx="2" presStyleCnt="3">
        <dgm:presLayoutVars>
          <dgm:bulletEnabled val="1"/>
        </dgm:presLayoutVars>
      </dgm:prSet>
      <dgm:spPr/>
    </dgm:pt>
    <dgm:pt modelId="{43687942-782E-4C0D-AE92-C2850F2A4CE9}" type="pres">
      <dgm:prSet presAssocID="{416F969D-D47C-43B6-9561-71E4A65B3DF3}" presName="ThreeConn_1-2" presStyleLbl="fgAccFollowNode1" presStyleIdx="0" presStyleCnt="2">
        <dgm:presLayoutVars>
          <dgm:bulletEnabled val="1"/>
        </dgm:presLayoutVars>
      </dgm:prSet>
      <dgm:spPr/>
    </dgm:pt>
    <dgm:pt modelId="{3F2AF176-77E8-42FE-A482-5368CACEE777}" type="pres">
      <dgm:prSet presAssocID="{416F969D-D47C-43B6-9561-71E4A65B3DF3}" presName="ThreeConn_2-3" presStyleLbl="fgAccFollowNode1" presStyleIdx="1" presStyleCnt="2">
        <dgm:presLayoutVars>
          <dgm:bulletEnabled val="1"/>
        </dgm:presLayoutVars>
      </dgm:prSet>
      <dgm:spPr/>
    </dgm:pt>
    <dgm:pt modelId="{9BE828FE-9AE2-4358-BD3D-434245BCE3DB}" type="pres">
      <dgm:prSet presAssocID="{416F969D-D47C-43B6-9561-71E4A65B3DF3}" presName="ThreeNodes_1_text" presStyleLbl="node1" presStyleIdx="2" presStyleCnt="3">
        <dgm:presLayoutVars>
          <dgm:bulletEnabled val="1"/>
        </dgm:presLayoutVars>
      </dgm:prSet>
      <dgm:spPr/>
    </dgm:pt>
    <dgm:pt modelId="{5D5BD40A-FB70-4519-B90B-9CAA9E37CF45}" type="pres">
      <dgm:prSet presAssocID="{416F969D-D47C-43B6-9561-71E4A65B3DF3}" presName="ThreeNodes_2_text" presStyleLbl="node1" presStyleIdx="2" presStyleCnt="3">
        <dgm:presLayoutVars>
          <dgm:bulletEnabled val="1"/>
        </dgm:presLayoutVars>
      </dgm:prSet>
      <dgm:spPr/>
    </dgm:pt>
    <dgm:pt modelId="{0ED9300E-F413-4198-9F8B-ED8FCD95F127}" type="pres">
      <dgm:prSet presAssocID="{416F969D-D47C-43B6-9561-71E4A65B3DF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1D31C02-CA4A-46BF-A99C-5F748AF4F4B6}" type="presOf" srcId="{416F969D-D47C-43B6-9561-71E4A65B3DF3}" destId="{C4AEE8D2-1847-4A64-806F-2A53E827CC04}" srcOrd="0" destOrd="0" presId="urn:microsoft.com/office/officeart/2005/8/layout/vProcess5"/>
    <dgm:cxn modelId="{19F6A206-E95D-4D63-8559-288A4F222C1A}" type="presOf" srcId="{BAFCDE0C-DFD3-43C9-83C0-08FBD96BB302}" destId="{5D5BD40A-FB70-4519-B90B-9CAA9E37CF45}" srcOrd="1" destOrd="0" presId="urn:microsoft.com/office/officeart/2005/8/layout/vProcess5"/>
    <dgm:cxn modelId="{93B3D606-4CC6-4168-8125-4356AC3849B6}" srcId="{416F969D-D47C-43B6-9561-71E4A65B3DF3}" destId="{9DA09A2A-C49E-4ACC-B3AC-AAAB7254296A}" srcOrd="0" destOrd="0" parTransId="{A523A474-5CEC-4179-A149-4AC0FC44B084}" sibTransId="{F9CDE97D-EA7C-4E08-84E4-902EFAFAFADE}"/>
    <dgm:cxn modelId="{C6042C61-A0D5-4AD8-B72D-D3068830B255}" type="presOf" srcId="{245D903A-86DB-4C18-A7E5-BCB85E30C5AA}" destId="{ACA2BEEB-1F15-4421-BF05-8B718641F2D4}" srcOrd="0" destOrd="0" presId="urn:microsoft.com/office/officeart/2005/8/layout/vProcess5"/>
    <dgm:cxn modelId="{E4BAF84F-09DB-4189-B531-A990795F5DF0}" srcId="{416F969D-D47C-43B6-9561-71E4A65B3DF3}" destId="{245D903A-86DB-4C18-A7E5-BCB85E30C5AA}" srcOrd="2" destOrd="0" parTransId="{F4DE183B-BFD6-4AD4-A8F1-BD7ECD708FAE}" sibTransId="{806A4B24-3592-4707-8BE7-106F453F3147}"/>
    <dgm:cxn modelId="{300F118A-C7E9-4D9A-8474-74396D176538}" type="presOf" srcId="{EB825D87-9553-4BFB-8145-A4A2405F2C2E}" destId="{3F2AF176-77E8-42FE-A482-5368CACEE777}" srcOrd="0" destOrd="0" presId="urn:microsoft.com/office/officeart/2005/8/layout/vProcess5"/>
    <dgm:cxn modelId="{A151568E-ABD8-41AB-920A-A9830E37D6A1}" type="presOf" srcId="{9DA09A2A-C49E-4ACC-B3AC-AAAB7254296A}" destId="{16EB8432-6299-4F3A-8733-6EF39E14F31E}" srcOrd="0" destOrd="0" presId="urn:microsoft.com/office/officeart/2005/8/layout/vProcess5"/>
    <dgm:cxn modelId="{5ED978C3-0282-488C-8F0D-2B9890ADBBE8}" type="presOf" srcId="{F9CDE97D-EA7C-4E08-84E4-902EFAFAFADE}" destId="{43687942-782E-4C0D-AE92-C2850F2A4CE9}" srcOrd="0" destOrd="0" presId="urn:microsoft.com/office/officeart/2005/8/layout/vProcess5"/>
    <dgm:cxn modelId="{164741CA-0DCD-437B-82E3-727FA182717B}" type="presOf" srcId="{BAFCDE0C-DFD3-43C9-83C0-08FBD96BB302}" destId="{82CB003C-51F6-4C46-9827-B9A4933BDEE9}" srcOrd="0" destOrd="0" presId="urn:microsoft.com/office/officeart/2005/8/layout/vProcess5"/>
    <dgm:cxn modelId="{84685BCB-FE62-4727-9309-0B2561D78F98}" type="presOf" srcId="{245D903A-86DB-4C18-A7E5-BCB85E30C5AA}" destId="{0ED9300E-F413-4198-9F8B-ED8FCD95F127}" srcOrd="1" destOrd="0" presId="urn:microsoft.com/office/officeart/2005/8/layout/vProcess5"/>
    <dgm:cxn modelId="{BBC770D9-67C6-48B4-BDF9-B60D32B65FB7}" type="presOf" srcId="{9DA09A2A-C49E-4ACC-B3AC-AAAB7254296A}" destId="{9BE828FE-9AE2-4358-BD3D-434245BCE3DB}" srcOrd="1" destOrd="0" presId="urn:microsoft.com/office/officeart/2005/8/layout/vProcess5"/>
    <dgm:cxn modelId="{DBA267F7-0E41-4D4B-88DD-EFD94C41D17C}" srcId="{416F969D-D47C-43B6-9561-71E4A65B3DF3}" destId="{BAFCDE0C-DFD3-43C9-83C0-08FBD96BB302}" srcOrd="1" destOrd="0" parTransId="{8CD13916-EA84-43B0-9D15-D763360F7C4C}" sibTransId="{EB825D87-9553-4BFB-8145-A4A2405F2C2E}"/>
    <dgm:cxn modelId="{343CAB91-2888-4205-B1CE-31FCFE71F9D5}" type="presParOf" srcId="{C4AEE8D2-1847-4A64-806F-2A53E827CC04}" destId="{B714C9EF-C3C5-4DF7-BC86-DCE87E95434A}" srcOrd="0" destOrd="0" presId="urn:microsoft.com/office/officeart/2005/8/layout/vProcess5"/>
    <dgm:cxn modelId="{62D86012-4B1D-4EB5-B49B-1294BD062828}" type="presParOf" srcId="{C4AEE8D2-1847-4A64-806F-2A53E827CC04}" destId="{16EB8432-6299-4F3A-8733-6EF39E14F31E}" srcOrd="1" destOrd="0" presId="urn:microsoft.com/office/officeart/2005/8/layout/vProcess5"/>
    <dgm:cxn modelId="{0B7EBA20-D73A-4957-B2F4-F9E74C27CA8A}" type="presParOf" srcId="{C4AEE8D2-1847-4A64-806F-2A53E827CC04}" destId="{82CB003C-51F6-4C46-9827-B9A4933BDEE9}" srcOrd="2" destOrd="0" presId="urn:microsoft.com/office/officeart/2005/8/layout/vProcess5"/>
    <dgm:cxn modelId="{EAEB372F-08C9-435A-B899-07331A6E88CB}" type="presParOf" srcId="{C4AEE8D2-1847-4A64-806F-2A53E827CC04}" destId="{ACA2BEEB-1F15-4421-BF05-8B718641F2D4}" srcOrd="3" destOrd="0" presId="urn:microsoft.com/office/officeart/2005/8/layout/vProcess5"/>
    <dgm:cxn modelId="{584847A7-D712-4E0F-8305-20E1F3C6E7D9}" type="presParOf" srcId="{C4AEE8D2-1847-4A64-806F-2A53E827CC04}" destId="{43687942-782E-4C0D-AE92-C2850F2A4CE9}" srcOrd="4" destOrd="0" presId="urn:microsoft.com/office/officeart/2005/8/layout/vProcess5"/>
    <dgm:cxn modelId="{3185B53C-6218-4DFD-8CDA-A91C0F9849C0}" type="presParOf" srcId="{C4AEE8D2-1847-4A64-806F-2A53E827CC04}" destId="{3F2AF176-77E8-42FE-A482-5368CACEE777}" srcOrd="5" destOrd="0" presId="urn:microsoft.com/office/officeart/2005/8/layout/vProcess5"/>
    <dgm:cxn modelId="{6CD944F4-651D-42AC-AF5E-CE89852D36CA}" type="presParOf" srcId="{C4AEE8D2-1847-4A64-806F-2A53E827CC04}" destId="{9BE828FE-9AE2-4358-BD3D-434245BCE3DB}" srcOrd="6" destOrd="0" presId="urn:microsoft.com/office/officeart/2005/8/layout/vProcess5"/>
    <dgm:cxn modelId="{6FC69771-3119-47C5-AB98-8A606E7B14BE}" type="presParOf" srcId="{C4AEE8D2-1847-4A64-806F-2A53E827CC04}" destId="{5D5BD40A-FB70-4519-B90B-9CAA9E37CF45}" srcOrd="7" destOrd="0" presId="urn:microsoft.com/office/officeart/2005/8/layout/vProcess5"/>
    <dgm:cxn modelId="{2B8A8524-D539-4A80-AFB7-F33B06C085A5}" type="presParOf" srcId="{C4AEE8D2-1847-4A64-806F-2A53E827CC04}" destId="{0ED9300E-F413-4198-9F8B-ED8FCD95F12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B8432-6299-4F3A-8733-6EF39E14F31E}">
      <dsp:nvSpPr>
        <dsp:cNvPr id="0" name=""/>
        <dsp:cNvSpPr/>
      </dsp:nvSpPr>
      <dsp:spPr>
        <a:xfrm>
          <a:off x="0" y="0"/>
          <a:ext cx="6274095" cy="1258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dirty="0"/>
            <a:t>sollte Leicht sein</a:t>
          </a:r>
        </a:p>
      </dsp:txBody>
      <dsp:txXfrm>
        <a:off x="36852" y="36852"/>
        <a:ext cx="4916360" cy="1184532"/>
      </dsp:txXfrm>
    </dsp:sp>
    <dsp:sp modelId="{82CB003C-51F6-4C46-9827-B9A4933BDEE9}">
      <dsp:nvSpPr>
        <dsp:cNvPr id="0" name=""/>
        <dsp:cNvSpPr/>
      </dsp:nvSpPr>
      <dsp:spPr>
        <a:xfrm>
          <a:off x="553596" y="1467943"/>
          <a:ext cx="6274095" cy="1258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dirty="0"/>
            <a:t>Einfaches Spielprinzip </a:t>
          </a:r>
        </a:p>
      </dsp:txBody>
      <dsp:txXfrm>
        <a:off x="590448" y="1504795"/>
        <a:ext cx="4828940" cy="1184532"/>
      </dsp:txXfrm>
    </dsp:sp>
    <dsp:sp modelId="{ACA2BEEB-1F15-4421-BF05-8B718641F2D4}">
      <dsp:nvSpPr>
        <dsp:cNvPr id="0" name=""/>
        <dsp:cNvSpPr/>
      </dsp:nvSpPr>
      <dsp:spPr>
        <a:xfrm>
          <a:off x="1107193" y="2935886"/>
          <a:ext cx="6274095" cy="125823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500" kern="1200" dirty="0"/>
            <a:t>Einfacher</a:t>
          </a:r>
          <a:r>
            <a:rPr lang="de-DE" sz="3500" kern="1200" baseline="0" dirty="0"/>
            <a:t> Code</a:t>
          </a:r>
          <a:endParaRPr lang="de-DE" sz="3500" kern="1200" dirty="0"/>
        </a:p>
      </dsp:txBody>
      <dsp:txXfrm>
        <a:off x="1144045" y="2972738"/>
        <a:ext cx="4828940" cy="1184532"/>
      </dsp:txXfrm>
    </dsp:sp>
    <dsp:sp modelId="{43687942-782E-4C0D-AE92-C2850F2A4CE9}">
      <dsp:nvSpPr>
        <dsp:cNvPr id="0" name=""/>
        <dsp:cNvSpPr/>
      </dsp:nvSpPr>
      <dsp:spPr>
        <a:xfrm>
          <a:off x="5456241" y="954162"/>
          <a:ext cx="817853" cy="8178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600" kern="1200"/>
        </a:p>
      </dsp:txBody>
      <dsp:txXfrm>
        <a:off x="5640258" y="954162"/>
        <a:ext cx="449819" cy="615434"/>
      </dsp:txXfrm>
    </dsp:sp>
    <dsp:sp modelId="{3F2AF176-77E8-42FE-A482-5368CACEE777}">
      <dsp:nvSpPr>
        <dsp:cNvPr id="0" name=""/>
        <dsp:cNvSpPr/>
      </dsp:nvSpPr>
      <dsp:spPr>
        <a:xfrm>
          <a:off x="6009838" y="2413717"/>
          <a:ext cx="817853" cy="817853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3600" kern="1200"/>
        </a:p>
      </dsp:txBody>
      <dsp:txXfrm>
        <a:off x="6193855" y="2413717"/>
        <a:ext cx="449819" cy="6154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97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30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93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4619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899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3461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5706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4828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694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6063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81175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59189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0426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693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40914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00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7FF8B26-090D-49E3-9DFE-C4DE669DD5AD}" type="datetimeFigureOut">
              <a:rPr lang="de-DE" smtClean="0"/>
              <a:t>31.01.2024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4A2B8CB-C2FC-4FA5-920A-F515EB0292A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52601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AB72F-2D99-4AFE-88DB-D49402FBB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457199"/>
            <a:ext cx="8001000" cy="2971801"/>
          </a:xfrm>
        </p:spPr>
        <p:txBody>
          <a:bodyPr>
            <a:normAutofit/>
          </a:bodyPr>
          <a:lstStyle/>
          <a:p>
            <a:pPr algn="ctr"/>
            <a:r>
              <a:rPr lang="de-DE" sz="7200" dirty="0"/>
              <a:t>Brick-Breaker</a:t>
            </a:r>
          </a:p>
        </p:txBody>
      </p:sp>
    </p:spTree>
    <p:extLst>
      <p:ext uri="{BB962C8B-B14F-4D97-AF65-F5344CB8AC3E}">
        <p14:creationId xmlns:p14="http://schemas.microsoft.com/office/powerpoint/2010/main" val="4176425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112582B4-95A6-4470-A637-A3C8631DF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45646"/>
            <a:ext cx="8534400" cy="1507067"/>
          </a:xfrm>
        </p:spPr>
        <p:txBody>
          <a:bodyPr/>
          <a:lstStyle/>
          <a:p>
            <a:r>
              <a:rPr lang="de-DE" dirty="0"/>
              <a:t>Präsentation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51A777D-C0EF-4D75-A8CC-7B9EEC19A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1366"/>
            <a:ext cx="8534400" cy="3615267"/>
          </a:xfrm>
        </p:spPr>
        <p:txBody>
          <a:bodyPr>
            <a:normAutofit/>
          </a:bodyPr>
          <a:lstStyle/>
          <a:p>
            <a:r>
              <a:rPr lang="de-DE" sz="1800" dirty="0">
                <a:solidFill>
                  <a:schemeClr val="tx1"/>
                </a:solidFill>
              </a:rPr>
              <a:t>-Spiel Vorstellung</a:t>
            </a:r>
          </a:p>
          <a:p>
            <a:r>
              <a:rPr lang="de-DE" sz="1800" dirty="0">
                <a:solidFill>
                  <a:schemeClr val="tx1"/>
                </a:solidFill>
              </a:rPr>
              <a:t>-Ziel des Spiels</a:t>
            </a:r>
          </a:p>
          <a:p>
            <a:r>
              <a:rPr lang="de-DE" sz="1800" dirty="0">
                <a:solidFill>
                  <a:schemeClr val="tx1"/>
                </a:solidFill>
              </a:rPr>
              <a:t>-warum habe ich das Spiel gewählt</a:t>
            </a:r>
          </a:p>
          <a:p>
            <a:r>
              <a:rPr lang="de-DE" sz="1800" dirty="0">
                <a:solidFill>
                  <a:schemeClr val="tx1"/>
                </a:solidFill>
              </a:rPr>
              <a:t>-Wichtiger Code </a:t>
            </a:r>
          </a:p>
          <a:p>
            <a:r>
              <a:rPr lang="de-DE" sz="1800" dirty="0">
                <a:solidFill>
                  <a:schemeClr val="tx1"/>
                </a:solidFill>
              </a:rPr>
              <a:t>Probleme 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DF81F016-29DB-4599-A1A8-AB374FDC1970}"/>
              </a:ext>
            </a:extLst>
          </p:cNvPr>
          <p:cNvSpPr/>
          <p:nvPr/>
        </p:nvSpPr>
        <p:spPr>
          <a:xfrm>
            <a:off x="4216893" y="5805996"/>
            <a:ext cx="4128117" cy="417251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lussdiagramm: Verbinder 5">
            <a:extLst>
              <a:ext uri="{FF2B5EF4-FFF2-40B4-BE49-F238E27FC236}">
                <a16:creationId xmlns:a16="http://schemas.microsoft.com/office/drawing/2014/main" id="{E4678C5F-B02A-C575-BAD5-6D1C14833E1B}"/>
              </a:ext>
            </a:extLst>
          </p:cNvPr>
          <p:cNvSpPr/>
          <p:nvPr/>
        </p:nvSpPr>
        <p:spPr>
          <a:xfrm>
            <a:off x="6837871" y="4805288"/>
            <a:ext cx="707366" cy="707366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6ECB9E7F-7CAC-1DC6-76E2-7BCC7F14F769}"/>
              </a:ext>
            </a:extLst>
          </p:cNvPr>
          <p:cNvSpPr/>
          <p:nvPr/>
        </p:nvSpPr>
        <p:spPr>
          <a:xfrm>
            <a:off x="1137309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5E1714F6-C04E-0E8D-7280-4D011B813C40}"/>
              </a:ext>
            </a:extLst>
          </p:cNvPr>
          <p:cNvSpPr/>
          <p:nvPr/>
        </p:nvSpPr>
        <p:spPr>
          <a:xfrm>
            <a:off x="2424594" y="239426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7C01286-336A-7EF0-D94B-BF85A3C6C8DE}"/>
              </a:ext>
            </a:extLst>
          </p:cNvPr>
          <p:cNvSpPr/>
          <p:nvPr/>
        </p:nvSpPr>
        <p:spPr>
          <a:xfrm>
            <a:off x="3719103" y="250561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5A567B-49B0-B7A3-21F5-46AE611F035F}"/>
              </a:ext>
            </a:extLst>
          </p:cNvPr>
          <p:cNvSpPr/>
          <p:nvPr/>
        </p:nvSpPr>
        <p:spPr>
          <a:xfrm>
            <a:off x="5006388" y="251004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2977CA9-CC96-BB2A-9D71-C15C1E6112CB}"/>
              </a:ext>
            </a:extLst>
          </p:cNvPr>
          <p:cNvSpPr/>
          <p:nvPr/>
        </p:nvSpPr>
        <p:spPr>
          <a:xfrm>
            <a:off x="6308122" y="250562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58FD838-E794-B33C-F5FD-D7529BA862CB}"/>
              </a:ext>
            </a:extLst>
          </p:cNvPr>
          <p:cNvSpPr/>
          <p:nvPr/>
        </p:nvSpPr>
        <p:spPr>
          <a:xfrm>
            <a:off x="7605246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6C3A9574-5585-19EC-3084-F2089569309D}"/>
              </a:ext>
            </a:extLst>
          </p:cNvPr>
          <p:cNvSpPr/>
          <p:nvPr/>
        </p:nvSpPr>
        <p:spPr>
          <a:xfrm>
            <a:off x="8906980" y="232980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4EB1D8C1-D426-233E-8FCD-7B2C1EB48178}"/>
              </a:ext>
            </a:extLst>
          </p:cNvPr>
          <p:cNvSpPr/>
          <p:nvPr/>
        </p:nvSpPr>
        <p:spPr>
          <a:xfrm>
            <a:off x="10208714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38013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32EB5D-DAE1-4465-B31A-14CDB9A30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536769"/>
            <a:ext cx="8534400" cy="1507067"/>
          </a:xfrm>
        </p:spPr>
        <p:txBody>
          <a:bodyPr/>
          <a:lstStyle/>
          <a:p>
            <a:pPr algn="ctr"/>
            <a:r>
              <a:rPr lang="de-DE" dirty="0"/>
              <a:t>Brick-Breaker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0496A89-31DB-499F-9C21-DB78D9BFF8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1"/>
          <a:stretch/>
        </p:blipFill>
        <p:spPr>
          <a:xfrm>
            <a:off x="3525202" y="2361901"/>
            <a:ext cx="5141595" cy="3959330"/>
          </a:xfrm>
          <a:prstGeom prst="rect">
            <a:avLst/>
          </a:prstGeom>
        </p:spPr>
      </p:pic>
      <p:sp>
        <p:nvSpPr>
          <p:cNvPr id="4" name="Flussdiagramm: Verbinder 3">
            <a:extLst>
              <a:ext uri="{FF2B5EF4-FFF2-40B4-BE49-F238E27FC236}">
                <a16:creationId xmlns:a16="http://schemas.microsoft.com/office/drawing/2014/main" id="{0B0A1B2E-E81D-B207-7E9D-3B008EA05C19}"/>
              </a:ext>
            </a:extLst>
          </p:cNvPr>
          <p:cNvSpPr/>
          <p:nvPr/>
        </p:nvSpPr>
        <p:spPr>
          <a:xfrm>
            <a:off x="11484634" y="2588299"/>
            <a:ext cx="707366" cy="707366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160435A-2E45-4279-6E46-8F127B501BD9}"/>
              </a:ext>
            </a:extLst>
          </p:cNvPr>
          <p:cNvSpPr/>
          <p:nvPr/>
        </p:nvSpPr>
        <p:spPr>
          <a:xfrm>
            <a:off x="8666797" y="5659347"/>
            <a:ext cx="2938998" cy="417251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6F18BD8D-67A6-A886-CF53-A9CD1A4245D5}"/>
              </a:ext>
            </a:extLst>
          </p:cNvPr>
          <p:cNvSpPr/>
          <p:nvPr/>
        </p:nvSpPr>
        <p:spPr>
          <a:xfrm>
            <a:off x="1137309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6D4B9D5-E569-949B-E9A7-2DE72A1B4371}"/>
              </a:ext>
            </a:extLst>
          </p:cNvPr>
          <p:cNvSpPr/>
          <p:nvPr/>
        </p:nvSpPr>
        <p:spPr>
          <a:xfrm>
            <a:off x="2424594" y="239426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68328859-D5A8-5945-9691-503B77787D56}"/>
              </a:ext>
            </a:extLst>
          </p:cNvPr>
          <p:cNvSpPr/>
          <p:nvPr/>
        </p:nvSpPr>
        <p:spPr>
          <a:xfrm>
            <a:off x="3719103" y="250561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2F3E4CBC-8CF3-AF48-0115-EBEF59C77A16}"/>
              </a:ext>
            </a:extLst>
          </p:cNvPr>
          <p:cNvSpPr/>
          <p:nvPr/>
        </p:nvSpPr>
        <p:spPr>
          <a:xfrm>
            <a:off x="5006388" y="251004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3E7D43C2-6865-ECB3-4288-B8EFD9D87710}"/>
              </a:ext>
            </a:extLst>
          </p:cNvPr>
          <p:cNvSpPr/>
          <p:nvPr/>
        </p:nvSpPr>
        <p:spPr>
          <a:xfrm>
            <a:off x="6308122" y="250562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E9323AC-0172-0B61-B154-80192BCA98E5}"/>
              </a:ext>
            </a:extLst>
          </p:cNvPr>
          <p:cNvSpPr/>
          <p:nvPr/>
        </p:nvSpPr>
        <p:spPr>
          <a:xfrm>
            <a:off x="7605246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70C399F-7D9E-99A0-6892-2BCBD5AF0226}"/>
              </a:ext>
            </a:extLst>
          </p:cNvPr>
          <p:cNvSpPr/>
          <p:nvPr/>
        </p:nvSpPr>
        <p:spPr>
          <a:xfrm>
            <a:off x="8906980" y="232980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0B17206-A9F5-6D31-4EB6-39C1BB5A4D5C}"/>
              </a:ext>
            </a:extLst>
          </p:cNvPr>
          <p:cNvSpPr/>
          <p:nvPr/>
        </p:nvSpPr>
        <p:spPr>
          <a:xfrm>
            <a:off x="10208714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1853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428ED7-205A-4F54-86D4-44DC32860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1226"/>
            <a:ext cx="8534400" cy="1507067"/>
          </a:xfrm>
        </p:spPr>
        <p:txBody>
          <a:bodyPr/>
          <a:lstStyle/>
          <a:p>
            <a:r>
              <a:rPr lang="de-DE" dirty="0"/>
              <a:t>Ziel von Brick-</a:t>
            </a:r>
            <a:r>
              <a:rPr lang="de-DE" dirty="0" err="1"/>
              <a:t>breaker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DC0DCE-574D-45AC-BAB0-DF8334DB3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541477"/>
            <a:ext cx="8534400" cy="3615267"/>
          </a:xfrm>
        </p:spPr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-Alle Bricks zerstören</a:t>
            </a:r>
          </a:p>
          <a:p>
            <a:r>
              <a:rPr lang="de-DE" dirty="0">
                <a:solidFill>
                  <a:schemeClr val="tx1"/>
                </a:solidFill>
              </a:rPr>
              <a:t>-Mit </a:t>
            </a:r>
            <a:r>
              <a:rPr lang="de-DE">
                <a:solidFill>
                  <a:schemeClr val="tx1"/>
                </a:solidFill>
              </a:rPr>
              <a:t>Plattform Ball </a:t>
            </a:r>
            <a:r>
              <a:rPr lang="de-DE" dirty="0">
                <a:solidFill>
                  <a:schemeClr val="tx1"/>
                </a:solidFill>
              </a:rPr>
              <a:t>abstoßen lassen</a:t>
            </a:r>
          </a:p>
          <a:p>
            <a:r>
              <a:rPr lang="de-DE" dirty="0">
                <a:solidFill>
                  <a:schemeClr val="tx1"/>
                </a:solidFill>
              </a:rPr>
              <a:t>-Ball darf nicht unter Plattform kommen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04A60EF6-51ED-FAA5-C2F0-44D1EFE4ECA8}"/>
              </a:ext>
            </a:extLst>
          </p:cNvPr>
          <p:cNvSpPr/>
          <p:nvPr/>
        </p:nvSpPr>
        <p:spPr>
          <a:xfrm>
            <a:off x="1137309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151A2D2-6BE4-E506-A961-62AC70B7D3F5}"/>
              </a:ext>
            </a:extLst>
          </p:cNvPr>
          <p:cNvSpPr/>
          <p:nvPr/>
        </p:nvSpPr>
        <p:spPr>
          <a:xfrm>
            <a:off x="2424594" y="239426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E958087-58EA-8C0A-1659-D3C8EEBA69CD}"/>
              </a:ext>
            </a:extLst>
          </p:cNvPr>
          <p:cNvSpPr/>
          <p:nvPr/>
        </p:nvSpPr>
        <p:spPr>
          <a:xfrm>
            <a:off x="3719103" y="250561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8367B8B6-900E-DE59-9680-E48C2EE2A01A}"/>
              </a:ext>
            </a:extLst>
          </p:cNvPr>
          <p:cNvSpPr/>
          <p:nvPr/>
        </p:nvSpPr>
        <p:spPr>
          <a:xfrm>
            <a:off x="5006388" y="251004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496BA25-987A-80EC-72CC-637F3876B2C2}"/>
              </a:ext>
            </a:extLst>
          </p:cNvPr>
          <p:cNvSpPr/>
          <p:nvPr/>
        </p:nvSpPr>
        <p:spPr>
          <a:xfrm>
            <a:off x="6308122" y="250562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FEE776A9-F0B2-1592-6653-B7CA66830FE3}"/>
              </a:ext>
            </a:extLst>
          </p:cNvPr>
          <p:cNvSpPr/>
          <p:nvPr/>
        </p:nvSpPr>
        <p:spPr>
          <a:xfrm>
            <a:off x="7605246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71FB1B0F-8769-A204-A791-930B37BB7648}"/>
              </a:ext>
            </a:extLst>
          </p:cNvPr>
          <p:cNvSpPr/>
          <p:nvPr/>
        </p:nvSpPr>
        <p:spPr>
          <a:xfrm>
            <a:off x="8906980" y="232980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DD6F48F-87ED-488D-8D7D-0C147CCB1151}"/>
              </a:ext>
            </a:extLst>
          </p:cNvPr>
          <p:cNvSpPr/>
          <p:nvPr/>
        </p:nvSpPr>
        <p:spPr>
          <a:xfrm>
            <a:off x="10208714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Flussdiagramm: Verbinder 11">
            <a:extLst>
              <a:ext uri="{FF2B5EF4-FFF2-40B4-BE49-F238E27FC236}">
                <a16:creationId xmlns:a16="http://schemas.microsoft.com/office/drawing/2014/main" id="{E934A892-E84D-EB6E-219D-686972A31789}"/>
              </a:ext>
            </a:extLst>
          </p:cNvPr>
          <p:cNvSpPr/>
          <p:nvPr/>
        </p:nvSpPr>
        <p:spPr>
          <a:xfrm>
            <a:off x="8057450" y="650231"/>
            <a:ext cx="707366" cy="707366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45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AB72F-2D99-4AFE-88DB-D49402FBB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1505823"/>
            <a:ext cx="8001000" cy="2971801"/>
          </a:xfrm>
        </p:spPr>
        <p:txBody>
          <a:bodyPr>
            <a:normAutofit fontScale="90000"/>
          </a:bodyPr>
          <a:lstStyle/>
          <a:p>
            <a:pPr algn="ctr"/>
            <a:r>
              <a:rPr lang="de-DE" sz="7200" dirty="0"/>
              <a:t>Warum habe ich das spiel gewählt</a:t>
            </a:r>
          </a:p>
        </p:txBody>
      </p:sp>
    </p:spTree>
    <p:extLst>
      <p:ext uri="{BB962C8B-B14F-4D97-AF65-F5344CB8AC3E}">
        <p14:creationId xmlns:p14="http://schemas.microsoft.com/office/powerpoint/2010/main" val="299580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F89F18-431D-F990-73A8-49A3526AA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Erste </a:t>
            </a:r>
            <a:r>
              <a:rPr lang="de-DE" dirty="0" err="1"/>
              <a:t>überlegungen</a:t>
            </a:r>
            <a:endParaRPr lang="de-DE" dirty="0"/>
          </a:p>
        </p:txBody>
      </p:sp>
      <p:pic>
        <p:nvPicPr>
          <p:cNvPr id="2050" name="Picture 2" descr="Cookie Clicker! – Microsoft-Apps">
            <a:extLst>
              <a:ext uri="{FF2B5EF4-FFF2-40B4-BE49-F238E27FC236}">
                <a16:creationId xmlns:a16="http://schemas.microsoft.com/office/drawing/2014/main" id="{84FDE196-D25A-3B58-9F49-F39C1B8D4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075" y="1124823"/>
            <a:ext cx="2041321" cy="204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You Need to Play the Most Iconic Puzzle Game Ever on Nintendo Switch ASAP">
            <a:extLst>
              <a:ext uri="{FF2B5EF4-FFF2-40B4-BE49-F238E27FC236}">
                <a16:creationId xmlns:a16="http://schemas.microsoft.com/office/drawing/2014/main" id="{CB2921F9-DDC0-5ECF-7602-EE550DE08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9422" y="1136948"/>
            <a:ext cx="2424892" cy="202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Zehn Jahre &quot;Flappy Bird&quot;: Eine Geschichte über Wutanfälle und Werbeerlöse -  Mobile-Games - derStandard.at › Web">
            <a:extLst>
              <a:ext uri="{FF2B5EF4-FFF2-40B4-BE49-F238E27FC236}">
                <a16:creationId xmlns:a16="http://schemas.microsoft.com/office/drawing/2014/main" id="{8324CF01-D155-4F87-F83F-5B5A46E15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3340" y="1124822"/>
            <a:ext cx="2570789" cy="202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AABB6AF0-0736-15BF-E749-56D09CAA83A9}"/>
              </a:ext>
            </a:extLst>
          </p:cNvPr>
          <p:cNvSpPr/>
          <p:nvPr/>
        </p:nvSpPr>
        <p:spPr>
          <a:xfrm>
            <a:off x="1137309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6009EB7-F1B8-0C36-5115-832E0E3B5AD7}"/>
              </a:ext>
            </a:extLst>
          </p:cNvPr>
          <p:cNvSpPr/>
          <p:nvPr/>
        </p:nvSpPr>
        <p:spPr>
          <a:xfrm>
            <a:off x="2424594" y="239426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1DDE4B57-F31E-DF6B-2ACA-D60DC8BDD117}"/>
              </a:ext>
            </a:extLst>
          </p:cNvPr>
          <p:cNvSpPr/>
          <p:nvPr/>
        </p:nvSpPr>
        <p:spPr>
          <a:xfrm>
            <a:off x="3719103" y="250561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D15A4976-C31C-24AF-8C25-0A9D8BD94CE2}"/>
              </a:ext>
            </a:extLst>
          </p:cNvPr>
          <p:cNvSpPr/>
          <p:nvPr/>
        </p:nvSpPr>
        <p:spPr>
          <a:xfrm>
            <a:off x="5006388" y="251004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FCC519C1-3F90-C223-A634-FE37C33776CE}"/>
              </a:ext>
            </a:extLst>
          </p:cNvPr>
          <p:cNvSpPr/>
          <p:nvPr/>
        </p:nvSpPr>
        <p:spPr>
          <a:xfrm>
            <a:off x="6308122" y="250562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B2B0F34B-6453-15DC-9628-46ADE9158314}"/>
              </a:ext>
            </a:extLst>
          </p:cNvPr>
          <p:cNvSpPr/>
          <p:nvPr/>
        </p:nvSpPr>
        <p:spPr>
          <a:xfrm>
            <a:off x="7605246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65D68B08-AAC6-83BE-186E-7E0BF7A84B8D}"/>
              </a:ext>
            </a:extLst>
          </p:cNvPr>
          <p:cNvSpPr/>
          <p:nvPr/>
        </p:nvSpPr>
        <p:spPr>
          <a:xfrm>
            <a:off x="8906980" y="232980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0D821DC-E223-DF87-0EDC-1FF079A5E099}"/>
              </a:ext>
            </a:extLst>
          </p:cNvPr>
          <p:cNvSpPr/>
          <p:nvPr/>
        </p:nvSpPr>
        <p:spPr>
          <a:xfrm>
            <a:off x="10208714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782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CB9A94D2-6260-4F69-ABD6-D8E9BBF7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161" y="325963"/>
            <a:ext cx="8534400" cy="1507067"/>
          </a:xfrm>
        </p:spPr>
        <p:txBody>
          <a:bodyPr/>
          <a:lstStyle/>
          <a:p>
            <a:pPr algn="ctr"/>
            <a:r>
              <a:rPr lang="de-DE" dirty="0"/>
              <a:t>auswahl-Kriterien</a:t>
            </a:r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DBE79413-3D57-45DB-BD01-84AD51581B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632617"/>
              </p:ext>
            </p:extLst>
          </p:nvPr>
        </p:nvGraphicFramePr>
        <p:xfrm>
          <a:off x="2778710" y="1944210"/>
          <a:ext cx="7381289" cy="41941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B28B3DC-5E66-F3DD-E20D-5ED3361407F7}"/>
              </a:ext>
            </a:extLst>
          </p:cNvPr>
          <p:cNvSpPr/>
          <p:nvPr/>
        </p:nvSpPr>
        <p:spPr>
          <a:xfrm>
            <a:off x="1137309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C283DC0-8DBA-359D-0EB1-720CCFB643F6}"/>
              </a:ext>
            </a:extLst>
          </p:cNvPr>
          <p:cNvSpPr/>
          <p:nvPr/>
        </p:nvSpPr>
        <p:spPr>
          <a:xfrm>
            <a:off x="2424594" y="239426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0CA1D333-E8FA-1641-FEC0-C2802E95F67F}"/>
              </a:ext>
            </a:extLst>
          </p:cNvPr>
          <p:cNvSpPr/>
          <p:nvPr/>
        </p:nvSpPr>
        <p:spPr>
          <a:xfrm>
            <a:off x="3719103" y="250561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7C89F35C-9EAE-AE15-9427-7E6FC707C097}"/>
              </a:ext>
            </a:extLst>
          </p:cNvPr>
          <p:cNvSpPr/>
          <p:nvPr/>
        </p:nvSpPr>
        <p:spPr>
          <a:xfrm>
            <a:off x="5006388" y="251004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6BAF040-E771-03AB-697C-81536281171E}"/>
              </a:ext>
            </a:extLst>
          </p:cNvPr>
          <p:cNvSpPr/>
          <p:nvPr/>
        </p:nvSpPr>
        <p:spPr>
          <a:xfrm>
            <a:off x="6308122" y="250562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093428E9-FC9B-D8F2-5852-6D35D4A69487}"/>
              </a:ext>
            </a:extLst>
          </p:cNvPr>
          <p:cNvSpPr/>
          <p:nvPr/>
        </p:nvSpPr>
        <p:spPr>
          <a:xfrm>
            <a:off x="8906980" y="232980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1F7AFF7-4E5C-DEA7-4539-516AB3C27018}"/>
              </a:ext>
            </a:extLst>
          </p:cNvPr>
          <p:cNvSpPr/>
          <p:nvPr/>
        </p:nvSpPr>
        <p:spPr>
          <a:xfrm>
            <a:off x="10208714" y="239425"/>
            <a:ext cx="1161162" cy="417251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A924E479-478D-FDBB-D4CD-9F5FF4D319E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81"/>
          <a:stretch/>
        </p:blipFill>
        <p:spPr>
          <a:xfrm>
            <a:off x="9236752" y="778992"/>
            <a:ext cx="2450171" cy="1886776"/>
          </a:xfrm>
          <a:prstGeom prst="rect">
            <a:avLst/>
          </a:prstGeom>
        </p:spPr>
      </p:pic>
      <p:sp>
        <p:nvSpPr>
          <p:cNvPr id="15" name="Flussdiagramm: Verbinder 14">
            <a:extLst>
              <a:ext uri="{FF2B5EF4-FFF2-40B4-BE49-F238E27FC236}">
                <a16:creationId xmlns:a16="http://schemas.microsoft.com/office/drawing/2014/main" id="{505DBB0A-35BD-B709-3B29-E07D0BB4D0A9}"/>
              </a:ext>
            </a:extLst>
          </p:cNvPr>
          <p:cNvSpPr/>
          <p:nvPr/>
        </p:nvSpPr>
        <p:spPr>
          <a:xfrm>
            <a:off x="7900304" y="314827"/>
            <a:ext cx="707366" cy="707366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2299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6EB8432-6299-4F3A-8733-6EF39E14F3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graphicEl>
                                              <a:dgm id="{16EB8432-6299-4F3A-8733-6EF39E14F3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3687942-782E-4C0D-AE92-C2850F2A4C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graphicEl>
                                              <a:dgm id="{43687942-782E-4C0D-AE92-C2850F2A4C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2CB003C-51F6-4C46-9827-B9A4933BDE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graphicEl>
                                              <a:dgm id="{82CB003C-51F6-4C46-9827-B9A4933BDE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2AF176-77E8-42FE-A482-5368CACEE77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graphicEl>
                                              <a:dgm id="{3F2AF176-77E8-42FE-A482-5368CACEE77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ACA2BEEB-1F15-4421-BF05-8B718641F2D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graphicEl>
                                              <a:dgm id="{ACA2BEEB-1F15-4421-BF05-8B718641F2D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DBB0B-C239-C472-C58C-BE4ADF23A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6578" y="2675466"/>
            <a:ext cx="6518844" cy="1507067"/>
          </a:xfrm>
        </p:spPr>
        <p:txBody>
          <a:bodyPr/>
          <a:lstStyle/>
          <a:p>
            <a:r>
              <a:rPr lang="de-DE" dirty="0"/>
              <a:t>Wichtiger code im Spiel </a:t>
            </a:r>
          </a:p>
        </p:txBody>
      </p:sp>
      <p:sp>
        <p:nvSpPr>
          <p:cNvPr id="3" name="Flussdiagramm: Verbinder 2">
            <a:extLst>
              <a:ext uri="{FF2B5EF4-FFF2-40B4-BE49-F238E27FC236}">
                <a16:creationId xmlns:a16="http://schemas.microsoft.com/office/drawing/2014/main" id="{7CE170E9-C527-9BEF-F961-C712F7108123}"/>
              </a:ext>
            </a:extLst>
          </p:cNvPr>
          <p:cNvSpPr/>
          <p:nvPr/>
        </p:nvSpPr>
        <p:spPr>
          <a:xfrm>
            <a:off x="0" y="3730887"/>
            <a:ext cx="707366" cy="707366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5302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5EB4DDC9-BA01-1444-AC48-64DCE0C9F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46" y="1365675"/>
            <a:ext cx="5353797" cy="108600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B432CAC-7E7B-B7E4-0826-599DD76E4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20" y="2451677"/>
            <a:ext cx="2991267" cy="53347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1CDFEF6-0ABA-9E7C-965A-C8FA31832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6370" y="1358972"/>
            <a:ext cx="5584166" cy="1350242"/>
          </a:xfrm>
          <a:prstGeom prst="rect">
            <a:avLst/>
          </a:prstGeom>
        </p:spPr>
      </p:pic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804D98DB-7725-B19C-B84F-E492AC786011}"/>
              </a:ext>
            </a:extLst>
          </p:cNvPr>
          <p:cNvSpPr/>
          <p:nvPr/>
        </p:nvSpPr>
        <p:spPr>
          <a:xfrm rot="16200000">
            <a:off x="6439651" y="2513660"/>
            <a:ext cx="428751" cy="198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5E0974C2-9D34-67BC-5547-2DC374C831F2}"/>
              </a:ext>
            </a:extLst>
          </p:cNvPr>
          <p:cNvSpPr/>
          <p:nvPr/>
        </p:nvSpPr>
        <p:spPr>
          <a:xfrm>
            <a:off x="5881624" y="1365675"/>
            <a:ext cx="428751" cy="198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ED6664B4-A4E2-8BB5-AF59-A6BB03580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9704" y="3255988"/>
            <a:ext cx="4310832" cy="336455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EE33498E-A5FE-268E-A0CF-30FBA6EE8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820" y="3817928"/>
            <a:ext cx="7160919" cy="952633"/>
          </a:xfrm>
          <a:prstGeom prst="rect">
            <a:avLst/>
          </a:prstGeom>
        </p:spPr>
      </p:pic>
      <p:sp>
        <p:nvSpPr>
          <p:cNvPr id="10" name="Titel 9">
            <a:extLst>
              <a:ext uri="{FF2B5EF4-FFF2-40B4-BE49-F238E27FC236}">
                <a16:creationId xmlns:a16="http://schemas.microsoft.com/office/drawing/2014/main" id="{EDEFF824-5CDE-0C6A-93E8-A5CD8BE63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86" y="-37603"/>
            <a:ext cx="5353797" cy="1523494"/>
          </a:xfrm>
        </p:spPr>
        <p:txBody>
          <a:bodyPr>
            <a:normAutofit/>
          </a:bodyPr>
          <a:lstStyle/>
          <a:p>
            <a:r>
              <a:rPr lang="de-DE" dirty="0"/>
              <a:t>Bricks und </a:t>
            </a:r>
            <a:r>
              <a:rPr lang="de-DE" dirty="0" err="1"/>
              <a:t>kollision</a:t>
            </a:r>
            <a:endParaRPr lang="de-DE" dirty="0"/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AE2E146B-1FC8-AD82-F336-3C6EA30026E1}"/>
              </a:ext>
            </a:extLst>
          </p:cNvPr>
          <p:cNvSpPr/>
          <p:nvPr/>
        </p:nvSpPr>
        <p:spPr>
          <a:xfrm rot="1168548">
            <a:off x="7255850" y="3834826"/>
            <a:ext cx="826935" cy="4812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lussdiagramm: Verbinder 11">
            <a:extLst>
              <a:ext uri="{FF2B5EF4-FFF2-40B4-BE49-F238E27FC236}">
                <a16:creationId xmlns:a16="http://schemas.microsoft.com/office/drawing/2014/main" id="{44BD85C8-569D-748C-88FB-541355F9A9C4}"/>
              </a:ext>
            </a:extLst>
          </p:cNvPr>
          <p:cNvSpPr/>
          <p:nvPr/>
        </p:nvSpPr>
        <p:spPr>
          <a:xfrm>
            <a:off x="4600923" y="6748915"/>
            <a:ext cx="707366" cy="707366"/>
          </a:xfrm>
          <a:prstGeom prst="flowChartConnector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9012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C01A85A-F414-445E-ACE9-0304CAB30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71" y="2516361"/>
            <a:ext cx="4791744" cy="221010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35FB94A-03F2-4D0C-87B4-32A6E361F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08" t="9615" b="5707"/>
          <a:stretch/>
        </p:blipFill>
        <p:spPr>
          <a:xfrm>
            <a:off x="374021" y="1533379"/>
            <a:ext cx="7783011" cy="419469"/>
          </a:xfrm>
          <a:prstGeom prst="rect">
            <a:avLst/>
          </a:prstGeom>
        </p:spPr>
      </p:pic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27CEEE73-44A5-4FA9-9C8F-E9DDF97CC32A}"/>
              </a:ext>
            </a:extLst>
          </p:cNvPr>
          <p:cNvSpPr/>
          <p:nvPr/>
        </p:nvSpPr>
        <p:spPr>
          <a:xfrm rot="730632">
            <a:off x="159646" y="1561124"/>
            <a:ext cx="428751" cy="198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7DB6EEB2-C1DE-495E-9459-49DB0070C47F}"/>
              </a:ext>
            </a:extLst>
          </p:cNvPr>
          <p:cNvSpPr/>
          <p:nvPr/>
        </p:nvSpPr>
        <p:spPr>
          <a:xfrm rot="16200000">
            <a:off x="7307869" y="2062307"/>
            <a:ext cx="428751" cy="1988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CA3BB5E-1919-4353-9B65-81EEA22A9D8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900"/>
          <a:stretch/>
        </p:blipFill>
        <p:spPr>
          <a:xfrm>
            <a:off x="5567397" y="4791997"/>
            <a:ext cx="2469827" cy="148627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4E0B006-3706-436A-95C3-30BC614F95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397" y="2790072"/>
            <a:ext cx="2589635" cy="12146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37FBBBB-EC15-EE72-E889-561EDD748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688" y="-120662"/>
            <a:ext cx="4404623" cy="1507067"/>
          </a:xfrm>
        </p:spPr>
        <p:txBody>
          <a:bodyPr/>
          <a:lstStyle/>
          <a:p>
            <a:r>
              <a:rPr lang="de-DE" dirty="0"/>
              <a:t>Punkte und Leben</a:t>
            </a:r>
          </a:p>
        </p:txBody>
      </p:sp>
    </p:spTree>
    <p:extLst>
      <p:ext uri="{BB962C8B-B14F-4D97-AF65-F5344CB8AC3E}">
        <p14:creationId xmlns:p14="http://schemas.microsoft.com/office/powerpoint/2010/main" val="50009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0AB72F-2D99-4AFE-88DB-D49402FBB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95500" y="457199"/>
            <a:ext cx="8001000" cy="2971801"/>
          </a:xfrm>
        </p:spPr>
        <p:txBody>
          <a:bodyPr>
            <a:normAutofit/>
          </a:bodyPr>
          <a:lstStyle/>
          <a:p>
            <a:pPr algn="ctr"/>
            <a:r>
              <a:rPr lang="de-DE" sz="7200" dirty="0"/>
              <a:t>Probleme</a:t>
            </a:r>
          </a:p>
        </p:txBody>
      </p:sp>
    </p:spTree>
    <p:extLst>
      <p:ext uri="{BB962C8B-B14F-4D97-AF65-F5344CB8AC3E}">
        <p14:creationId xmlns:p14="http://schemas.microsoft.com/office/powerpoint/2010/main" val="1893250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C0ADD-CC6B-CE58-8540-8C6F5F9E8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6865" y="2675466"/>
            <a:ext cx="1468004" cy="921749"/>
          </a:xfrm>
        </p:spPr>
        <p:txBody>
          <a:bodyPr/>
          <a:lstStyle/>
          <a:p>
            <a:r>
              <a:rPr lang="de-DE" dirty="0"/>
              <a:t>Ende</a:t>
            </a:r>
          </a:p>
        </p:txBody>
      </p:sp>
    </p:spTree>
    <p:extLst>
      <p:ext uri="{BB962C8B-B14F-4D97-AF65-F5344CB8AC3E}">
        <p14:creationId xmlns:p14="http://schemas.microsoft.com/office/powerpoint/2010/main" val="4037330373"/>
      </p:ext>
    </p:extLst>
  </p:cSld>
  <p:clrMapOvr>
    <a:masterClrMapping/>
  </p:clrMapOvr>
</p:sld>
</file>

<file path=ppt/theme/theme1.xml><?xml version="1.0" encoding="utf-8"?>
<a:theme xmlns:a="http://schemas.openxmlformats.org/drawingml/2006/main" name="Segment">
  <a:themeElements>
    <a:clrScheme name="Violet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Segment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gment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0</TotalTime>
  <Words>69</Words>
  <Application>Microsoft Office PowerPoint</Application>
  <PresentationFormat>Breitbild</PresentationFormat>
  <Paragraphs>23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Segment</vt:lpstr>
      <vt:lpstr>Brick-Breaker</vt:lpstr>
      <vt:lpstr>Präsentation</vt:lpstr>
      <vt:lpstr>Brick-Breaker</vt:lpstr>
      <vt:lpstr>Ziel von Brick-breaker</vt:lpstr>
      <vt:lpstr>Warum habe ich das spiel gewählt</vt:lpstr>
      <vt:lpstr>Erste überlegungen</vt:lpstr>
      <vt:lpstr>auswahl-Kriterien</vt:lpstr>
      <vt:lpstr>Wichtiger code im Spiel </vt:lpstr>
      <vt:lpstr>Bricks und kollision</vt:lpstr>
      <vt:lpstr>Punkte und Leben</vt:lpstr>
      <vt:lpstr>Probleme</vt:lpstr>
      <vt:lpstr>Ende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Bernhard Meierhoefer</dc:creator>
  <cp:lastModifiedBy>Marikka Meierhöfer</cp:lastModifiedBy>
  <cp:revision>114</cp:revision>
  <dcterms:created xsi:type="dcterms:W3CDTF">2023-12-14T08:47:42Z</dcterms:created>
  <dcterms:modified xsi:type="dcterms:W3CDTF">2024-01-31T20:15:00Z</dcterms:modified>
</cp:coreProperties>
</file>